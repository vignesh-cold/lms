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91" r:id="rId2"/>
    <p:sldId id="281" r:id="rId3"/>
    <p:sldId id="290" r:id="rId4"/>
    <p:sldId id="293" r:id="rId5"/>
    <p:sldId id="294" r:id="rId6"/>
    <p:sldId id="296" r:id="rId7"/>
    <p:sldId id="300" r:id="rId8"/>
    <p:sldId id="301" r:id="rId9"/>
    <p:sldId id="297" r:id="rId10"/>
    <p:sldId id="302" r:id="rId11"/>
    <p:sldId id="303" r:id="rId12"/>
    <p:sldId id="304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538298-81ED-4058-9150-B773984CB197}">
          <p14:sldIdLst>
            <p14:sldId id="291"/>
            <p14:sldId id="281"/>
            <p14:sldId id="290"/>
            <p14:sldId id="293"/>
            <p14:sldId id="294"/>
            <p14:sldId id="296"/>
            <p14:sldId id="300"/>
            <p14:sldId id="301"/>
            <p14:sldId id="297"/>
            <p14:sldId id="302"/>
            <p14:sldId id="303"/>
            <p14:sldId id="304"/>
            <p14:sldId id="305"/>
            <p14:sldId id="306"/>
          </p14:sldIdLst>
        </p14:section>
        <p14:section name="Untitled Section" id="{935E2762-4EDB-42AA-8168-2466723EC41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DB8B-04C2-043E-455D-B29B670E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4DDCC11-5523-EBC9-0DCF-4078EA4DC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BA35519-E814-9BC4-4D29-5CFC3B55A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A8D4105-5DF6-1DF7-B542-B9B83E73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0088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D2299-0EF1-65A9-A33B-A7064A20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7D90228-90DC-89BC-A5F6-21801452A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DC12E35-0DA7-DC38-A992-B48BBF2BE5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CEEBB13-AB0D-8377-18FF-20855114C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156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3EB1-3666-3345-CBE3-2A7E8784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7A8173D-DC30-248C-B1EC-1EB8B87FA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74530F7-CE4B-8858-F1CD-41192378C6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5C8340E-B375-A63C-8146-58CBACD9D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249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826E-D584-1DB4-98CE-F3AE180C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F91BCE28-AF37-9E3F-4C0B-22AC21D32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8B549A78-E63F-085F-BC5C-6C279F3960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EC53418F-2466-DD05-48B6-CA8ABB980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155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6EA2-86EA-6DAB-0720-9F71CDA3B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1ACAFC7-0D04-5E3E-7E46-40E86C575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4578343-9C8A-F162-F889-C6CB83ACB7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527101E-C6F4-D13E-D745-D1CF9B80B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500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CB8B-E56B-D667-7422-936E9D3D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84BB24-8DBE-6679-8EFB-7282CE82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E4EFC55-FF2C-F5D2-F437-352FDC09A5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7AFCD18-CC18-EE54-ACB5-9D426FB94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584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206A-FB77-FA46-5616-84810771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3FEDB38-17CF-6302-3DF7-EC3B44C60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ADD4831-749F-6A9F-B86A-0DB5D82DFA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BA7E0B1-4A02-C261-600F-B6B58B12F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64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76396"/>
            <a:ext cx="8534400" cy="1167502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DESIGNATHON 1.0 2026 </a:t>
            </a:r>
            <a:b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</a:br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2</a:t>
            </a:r>
            <a:r>
              <a:rPr lang="en-US" b="1" baseline="30000" dirty="0">
                <a:solidFill>
                  <a:srgbClr val="002060"/>
                </a:solidFill>
                <a:latin typeface="Garamond" panose="02020404030301010803" pitchFamily="18" charset="0"/>
              </a:rPr>
              <a:t>nd</a:t>
            </a:r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</a:rPr>
              <a:t> REVIEW</a:t>
            </a:r>
          </a:p>
          <a:p>
            <a:r>
              <a:rPr lang="en-US" b="1" dirty="0">
                <a:solidFill>
                  <a:srgbClr val="00206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TITLE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57315"/>
            <a:ext cx="10363200" cy="139237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            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3D581-3B30-0433-A46A-16CBD21C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90" y="282757"/>
            <a:ext cx="3526591" cy="6681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A9E275-A391-0557-BB5F-2F15D3F60AD9}"/>
              </a:ext>
            </a:extLst>
          </p:cNvPr>
          <p:cNvSpPr txBox="1"/>
          <p:nvPr/>
        </p:nvSpPr>
        <p:spPr>
          <a:xfrm>
            <a:off x="550606" y="3057832"/>
            <a:ext cx="3942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DETAILS (TEAM MEMBERS)</a:t>
            </a:r>
          </a:p>
          <a:p>
            <a:endParaRPr lang="en-US" dirty="0"/>
          </a:p>
          <a:p>
            <a:r>
              <a:rPr lang="en-US" dirty="0"/>
              <a:t>TEAM NAME:</a:t>
            </a:r>
          </a:p>
          <a:p>
            <a:r>
              <a:rPr lang="en-US" dirty="0"/>
              <a:t>TEAM MEMBER/DEPARTMENT/SECTION</a:t>
            </a:r>
          </a:p>
          <a:p>
            <a:endParaRPr lang="en-US" dirty="0"/>
          </a:p>
          <a:p>
            <a:r>
              <a:rPr lang="en-US" dirty="0"/>
              <a:t>1.</a:t>
            </a:r>
          </a:p>
          <a:p>
            <a:r>
              <a:rPr lang="en-US" dirty="0"/>
              <a:t>2.</a:t>
            </a:r>
          </a:p>
          <a:p>
            <a:r>
              <a:rPr lang="en-US" dirty="0"/>
              <a:t>3.</a:t>
            </a:r>
          </a:p>
          <a:p>
            <a:r>
              <a:rPr lang="en-US" dirty="0"/>
              <a:t>4.</a:t>
            </a:r>
          </a:p>
          <a:p>
            <a:r>
              <a:rPr lang="en-US" dirty="0"/>
              <a:t>5.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A9971-B4B7-1B39-B23A-66C56E0BB38C}"/>
              </a:ext>
            </a:extLst>
          </p:cNvPr>
          <p:cNvSpPr txBox="1"/>
          <p:nvPr/>
        </p:nvSpPr>
        <p:spPr>
          <a:xfrm>
            <a:off x="7276180" y="4286865"/>
            <a:ext cx="402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MENTOR DETAILS:</a:t>
            </a:r>
          </a:p>
          <a:p>
            <a:r>
              <a:rPr lang="en-US" dirty="0"/>
              <a:t> NAME/DEPARTMENT/DESIGNATION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Validation &amp; SDG Justification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966453" y="1799448"/>
            <a:ext cx="857372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restated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 (with examples/data if possible)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/ 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 in existing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with SDG goals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306529" y="6440129"/>
            <a:ext cx="3942736" cy="281349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00438-E909-7258-709E-3E4657E3D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DE25A1D-DD61-BB54-5DDF-66ED9901FF0E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AF70CEEC-86C1-9FBD-BF7B-B08C34B9ABC9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6C608-1946-880C-CAA5-740332D8E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792929" cy="121766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Literature / Existing Solutions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62399" y="6356353"/>
            <a:ext cx="4621161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95F16-FF20-6CD3-4F57-3D0EB45CD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933317-4372-BA4C-3B64-C53992AF585E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3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671B1B5F-FC39-3D7A-590E-1A392E96434B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52666-E124-9237-826A-A3B5E54B4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8FE488-D21E-5794-2AA0-AC1E8E99706F}"/>
              </a:ext>
            </a:extLst>
          </p:cNvPr>
          <p:cNvSpPr txBox="1"/>
          <p:nvPr/>
        </p:nvSpPr>
        <p:spPr>
          <a:xfrm>
            <a:off x="2399071" y="1827556"/>
            <a:ext cx="67449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/ research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 (your idea vs existing)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limitations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216908"/>
            <a:ext cx="12191999" cy="64401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 Overview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62400" y="6356353"/>
            <a:ext cx="402139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812C5-324F-FA87-6F25-55F0B807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B461355-5503-4B50-024F-0D51F85B9630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99A6612-61B3-D23E-ACEB-02FF0EEFDE42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612EE-98A0-4707-5A85-516A67C2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4C7D74-A729-F441-4BD4-B928A714F30C}"/>
              </a:ext>
            </a:extLst>
          </p:cNvPr>
          <p:cNvSpPr txBox="1"/>
          <p:nvPr/>
        </p:nvSpPr>
        <p:spPr>
          <a:xfrm>
            <a:off x="3106995" y="1813173"/>
            <a:ext cx="4745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solution (high-level idea)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 / novelty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 better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49213" y="6356353"/>
            <a:ext cx="3702987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D9F5BD-C03E-CF97-ABF8-A027DC0F1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E13A33-89E3-0C10-3599-546CB311249C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DBBBD1B9-C08C-41CF-B63A-B78831BFEDAF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E466E-0F9C-54ED-27E0-1E422BF60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36784B-8C95-112D-88D3-ED6E14D455BE}"/>
              </a:ext>
            </a:extLst>
          </p:cNvPr>
          <p:cNvSpPr txBox="1"/>
          <p:nvPr/>
        </p:nvSpPr>
        <p:spPr>
          <a:xfrm>
            <a:off x="2615381" y="1896381"/>
            <a:ext cx="66269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architecture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explanation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Methodology &amp; Algorithm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934520" y="2097173"/>
            <a:ext cx="66814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/ models used (AI/ML/Control/etc.)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 (if any)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2B0C11-76F2-DAC4-AD3A-4E9995F37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C59E9-ADD0-5B53-D1F9-2750F7A8F924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8E83679-AF6D-0EB6-3712-129FFD4C2F9C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DF0E6-4E80-00E9-497C-7FBAFEC9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AAB85-E5F8-8034-F5B5-80AAC994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0DD7D7-B4FA-D16F-3132-BFF293AFE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E82E478-FC0F-FBF5-148C-02006E80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E0792B36-A0BF-F34E-C5E0-6CAD78D10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520" y="2097173"/>
            <a:ext cx="66814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has been completed so far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developed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prototype images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9E9B2-80B7-0AE9-E838-6198C73E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498CEA9-E879-A32A-6236-63FB438B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41D37B-CB85-C81B-40A6-515EF5B31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3437255-9FA8-6339-02B5-E2F5031DD90C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7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D276E108-3C69-2076-2A87-EB92A8B146B7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80669-89CB-2276-8271-7F51B9B40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55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69F3-8F78-A992-385C-F0DB8C7F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D91B17-FF46-064A-E24C-AAA2106B8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A0C112E-FABC-F2D6-105C-A69BF10F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65E63B34-BD74-A563-2BE0-73871BFF9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520" y="2097173"/>
            <a:ext cx="668142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(Python, MATLAB,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(if any)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(Cloud / Embedded / Web)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B5BA5-784F-BB78-A3AE-5C9E97EC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C0AAC9-B1F1-138C-E95C-6A26F4E3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1897" y="6356353"/>
            <a:ext cx="386030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85631-4E0C-FE35-8DC5-15551939B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EC9865C-2C8E-D18A-B615-FEBDAD124BEE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8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E21C763-6B1F-060A-EBEA-77C5179CDC28}"/>
              </a:ext>
            </a:extLst>
          </p:cNvPr>
          <p:cNvSpPr txBox="1">
            <a:spLocks/>
          </p:cNvSpPr>
          <p:nvPr/>
        </p:nvSpPr>
        <p:spPr>
          <a:xfrm>
            <a:off x="4119716" y="6356353"/>
            <a:ext cx="3732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35295-0F63-933E-CBA9-1EA0C3656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92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9C281-7EFD-7EF4-BF7F-800606C25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/ Data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66150-4E0F-3AB3-C6A8-5B4050B80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0283" y="2932471"/>
            <a:ext cx="6862915" cy="150187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(if applicable)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method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environment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ACB13-10EF-9885-468A-D5E9A5CF7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3AC2-CCE7-00A1-C1C6-7472AE60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7CB9AD-44C7-B239-3597-6DE4B1737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379F8-555E-B62F-1197-26FB7F1F5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97C3E-CA71-E2D1-4EAD-90DC1A326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2129" y="2932471"/>
            <a:ext cx="6971070" cy="13445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 / tables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/ efficiency / performance metrics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6D674C-4258-FBC9-A801-8EB16C26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D2D2-EED7-CB3E-E26D-0356A787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5B7E6D-CA17-DD4F-1277-9E598F2E6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8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B543-9A0A-FDC6-5A02-A25203E9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0CB9B9-78E3-F1CB-C17C-DA1F15304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87A6-F96E-8A8C-8B3B-A6DE97A09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60AE-6C3E-8CC2-080D-37D9B56F1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1961" y="2932471"/>
            <a:ext cx="6961237" cy="201315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makes your solution unique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Societal / industrial impact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potential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4AA3E9-AB26-E299-2E14-A87AD8F9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4AD84-9A64-AFCB-8717-CB9428DF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B353C-7DAF-D165-93D1-13EE03A99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0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479A1-6D90-AD6C-E0D3-5F947426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3BE532-9F59-9716-5AA5-591277CA7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92E69-A8A3-D2C3-F6A8-29A67583F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0E0DD-48AD-4751-D5AF-A2DB6D5E9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077" y="2932471"/>
            <a:ext cx="6499122" cy="182634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planned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Next development steps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70ADA4-53AD-0321-5402-A02C080F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DF4B5-FA24-8A77-9BCB-8ECC588A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D94945-6E74-83F1-1A33-1ACF7520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3D60-7036-DF51-167A-4C739E46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AF5CA5-671A-3816-4B85-4E76F294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ECAFD-65B0-9532-FD15-49BE8DFBA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Final Deliverables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A1EE6-6E72-3083-CA02-7BBD47D70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077" y="2932471"/>
            <a:ext cx="6499122" cy="182634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 / product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/ publication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plan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95A0C4D-E94E-51CE-16B5-94A0A41F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DBC6-3961-FFC7-2BF6-41389CD0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322963-6292-3D58-4F84-26EA18529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73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F894-22E5-1088-B112-69B01F05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07EB2-575B-D74A-E53D-C49F64CC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85677-A014-D89F-B067-ADFA86E8E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84" y="136522"/>
            <a:ext cx="10363200" cy="88603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9E865-6FE0-02E2-E802-17AEA5D24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4077" y="2932471"/>
            <a:ext cx="6499122" cy="182634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papers / journals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/ official documentation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130AE3A-E64A-4987-3223-F31FA7E3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EE030-8D4C-420B-5FB5-D1EA1AE9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460B34-B58F-4E32-BDB3-E3A44226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949" y="136522"/>
            <a:ext cx="2424888" cy="6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0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7564</TotalTime>
  <Words>373</Words>
  <Application>Microsoft Office PowerPoint</Application>
  <PresentationFormat>Widescreen</PresentationFormat>
  <Paragraphs>120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            </vt:lpstr>
      <vt:lpstr>Problem Validation &amp; SDG Justification</vt:lpstr>
      <vt:lpstr>Literature / Existing Solutions Review</vt:lpstr>
      <vt:lpstr>Proposed Solution Overview</vt:lpstr>
      <vt:lpstr>System Architecture</vt:lpstr>
      <vt:lpstr>Methodology &amp; Algorithm</vt:lpstr>
      <vt:lpstr>Implementation Progress</vt:lpstr>
      <vt:lpstr>Tools &amp; Technologies Used</vt:lpstr>
      <vt:lpstr>Experimental Setup / Data Handling</vt:lpstr>
      <vt:lpstr>Results &amp; Performance Analysis</vt:lpstr>
      <vt:lpstr>Innovation &amp; Impact</vt:lpstr>
      <vt:lpstr>Future Work</vt:lpstr>
      <vt:lpstr>Expected Final Deliverables</vt:lpstr>
      <vt:lpstr>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MohanRam R</cp:lastModifiedBy>
  <cp:revision>149</cp:revision>
  <dcterms:created xsi:type="dcterms:W3CDTF">2013-12-12T18:46:50Z</dcterms:created>
  <dcterms:modified xsi:type="dcterms:W3CDTF">2026-04-06T04:14:57Z</dcterms:modified>
  <cp:category/>
</cp:coreProperties>
</file>